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9144000" cy="6858000" type="screen4x3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07/11/2019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07/11/2019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07/11/2019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07/11/2019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07/11/2019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07/11/2019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07/11/2019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07/11/2019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07/11/2019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07/11/2019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07/11/2019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07/11/2019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Scheduling</a:t>
            </a:r>
            <a:r>
              <a:rPr lang="fr-FR" dirty="0" smtClean="0"/>
              <a:t> </a:t>
            </a:r>
            <a:r>
              <a:rPr lang="fr-FR" dirty="0" err="1" smtClean="0"/>
              <a:t>parameters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 smtClean="0"/>
              <a:t>From</a:t>
            </a:r>
            <a:r>
              <a:rPr lang="fr-FR" dirty="0" smtClean="0"/>
              <a:t> ROSACE, </a:t>
            </a:r>
            <a:r>
              <a:rPr lang="fr-FR" dirty="0" err="1" smtClean="0"/>
              <a:t>Rihani</a:t>
            </a:r>
            <a:r>
              <a:rPr lang="fr-FR" dirty="0" smtClean="0"/>
              <a:t> 2016 and Kim 2016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043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628800"/>
            <a:ext cx="6120680" cy="4377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428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265720"/>
            <a:ext cx="1870548" cy="659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12" y="1616431"/>
            <a:ext cx="4374431" cy="676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852936"/>
            <a:ext cx="3777258" cy="2104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12" y="5661248"/>
            <a:ext cx="44767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5157192"/>
            <a:ext cx="3049988" cy="486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290" y="188640"/>
            <a:ext cx="8185150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5052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4622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1213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963" y="1633538"/>
            <a:ext cx="6696075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474501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</Words>
  <Application>Microsoft Office PowerPoint</Application>
  <PresentationFormat>Affichage à l'écran (4:3)</PresentationFormat>
  <Paragraphs>2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Scheduling parameters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singhoff</dc:creator>
  <cp:lastModifiedBy>frank singhoff</cp:lastModifiedBy>
  <cp:revision>3</cp:revision>
  <cp:lastPrinted>2019-11-07T15:58:32Z</cp:lastPrinted>
  <dcterms:created xsi:type="dcterms:W3CDTF">2019-11-07T15:42:22Z</dcterms:created>
  <dcterms:modified xsi:type="dcterms:W3CDTF">2019-11-07T15:59:50Z</dcterms:modified>
</cp:coreProperties>
</file>